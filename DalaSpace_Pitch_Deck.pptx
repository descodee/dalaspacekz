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548640"/>
            <a:ext cx="1828800" cy="1828800"/>
          </a:xfrm>
          <a:prstGeom prst="ellipse">
            <a:avLst/>
          </a:prstGeom>
          <a:solidFill>
            <a:srgbClr val="059669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777240"/>
            <a:ext cx="1371600" cy="13716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005840"/>
            <a:ext cx="914400" cy="9144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DalaSpace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Спутниковая аналитика сельского хозяйства Казахстана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AEROO SPACE AI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Сельское хозяйство Казахстана теряет миллиарды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фермеров не имеют доступа к спутниковым данным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603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потерь урожая из-за неоптимального полива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6576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374904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бесплатных платформ для аналитики полей КЗ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DalaSpace — единая платформа для фермеров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630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регионов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в реальном времени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06040" cy="14630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ИИ-анализ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Vision + 5 моделей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1920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Голосовой чат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Спросите ИИ голосом на 3 языках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06040" cy="14630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54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🛰️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Спутниковые снимки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Esri + захват области на карте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606040" cy="14630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154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урожая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931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по NDVI + влажность + осадки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606040" cy="14630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154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26480" y="36118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языка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931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Қазақша / Русский / English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Технологический стек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46304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2344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Recharts + Leaflet.js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1783080"/>
            <a:ext cx="36576" cy="16459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47672"/>
            <a:ext cx="146304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476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94767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+ Esri World Imagery + GeoJSON + Heatmap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2496312"/>
            <a:ext cx="36576" cy="16459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60904"/>
            <a:ext cx="146304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6090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66090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 (17 регионов, 14-дневный forecast)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209544"/>
            <a:ext cx="36576" cy="16459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374136"/>
            <a:ext cx="146304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7413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374136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Sonnet/Opus, GPT-5, Gemini Pro (Vision + Chat)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3922776"/>
            <a:ext cx="36576" cy="16459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087368"/>
            <a:ext cx="146304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873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(STT) + SpeechSynthesis (TTS)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1234440"/>
            <a:ext cx="2743200" cy="3474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4200+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59436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 кода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файл JSX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2788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страниц интерфейса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0632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регионов мониторинга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3337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ИИ-моделей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6118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языка интерфейса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886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+ Light тема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41605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мобильная адаптация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анализирует DalaSpace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234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234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402336"/>
          </a:xfrm>
          <a:prstGeom prst="rect">
            <a:avLst/>
          </a:prstGeom>
          <a:solidFill>
            <a:srgbClr val="122A1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45920"/>
            <a:ext cx="54864" cy="4023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459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6459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°C / мин / макс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8229600" cy="402336"/>
          </a:xfrm>
          <a:prstGeom prst="rect">
            <a:avLst/>
          </a:prstGeom>
          <a:solidFill>
            <a:srgbClr val="0B1A1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48256"/>
            <a:ext cx="54864" cy="40233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482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Влажность почвы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0482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04825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8229600" cy="402336"/>
          </a:xfrm>
          <a:prstGeom prst="rect">
            <a:avLst/>
          </a:prstGeom>
          <a:solidFill>
            <a:srgbClr val="122A1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450592"/>
            <a:ext cx="54864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4505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Осадки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4505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245059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мм / 7 дней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52928"/>
            <a:ext cx="8229600" cy="402336"/>
          </a:xfrm>
          <a:prstGeom prst="rect">
            <a:avLst/>
          </a:prstGeom>
          <a:solidFill>
            <a:srgbClr val="0B1A1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852928"/>
            <a:ext cx="54864" cy="4023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8529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Эвапотранспирация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852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85292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мм/день (ET₀)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55264"/>
            <a:ext cx="8229600" cy="402336"/>
          </a:xfrm>
          <a:prstGeom prst="rect">
            <a:avLst/>
          </a:prstGeom>
          <a:solidFill>
            <a:srgbClr val="122A1C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255264"/>
            <a:ext cx="54864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2552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(прокси)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325526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Вычисляется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2552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 — 1.0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402336"/>
          </a:xfrm>
          <a:prstGeom prst="rect">
            <a:avLst/>
          </a:prstGeom>
          <a:solidFill>
            <a:srgbClr val="0B1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657600"/>
            <a:ext cx="54864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65760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Водный стресс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36576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Вычисляется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36576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Осадки / ET₀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059936"/>
            <a:ext cx="8229600" cy="402336"/>
          </a:xfrm>
          <a:prstGeom prst="rect">
            <a:avLst/>
          </a:prstGeom>
          <a:solidFill>
            <a:srgbClr val="122A1C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059936"/>
            <a:ext cx="54864" cy="40233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05993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засухи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405993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Вычисляется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0" y="405993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 баллов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462272"/>
            <a:ext cx="8229600" cy="402336"/>
          </a:xfrm>
          <a:prstGeom prst="rect">
            <a:avLst/>
          </a:prstGeom>
          <a:solidFill>
            <a:srgbClr val="0B1A12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4462272"/>
            <a:ext cx="54864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4622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урожая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83280" y="44622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Композитный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0" y="446227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 баллов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ИИ-МОДЕЛИ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Мультипровайдерная ИИ-платформа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600200" cy="30175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16002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Быстрый, точный анализ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Ежедневные запросы, чат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280160"/>
            <a:ext cx="1600200" cy="30175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9968" y="1280160"/>
            <a:ext cx="1600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029968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29968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21408" y="2331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Глубокий анализ данных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21408" y="3017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Сложные рекомендации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85616" y="1280160"/>
            <a:ext cx="1600200" cy="30175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1280160"/>
            <a:ext cx="16002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3785616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85616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7056" y="2331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Максимальная точность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77056" y="3017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Критические решения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41264" y="1280160"/>
            <a:ext cx="1600200" cy="30175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41264" y="1280160"/>
            <a:ext cx="1600200" cy="54864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24" name="Text 22"/>
          <p:cNvSpPr/>
          <p:nvPr/>
        </p:nvSpPr>
        <p:spPr>
          <a:xfrm>
            <a:off x="5541264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41264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32704" y="2331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Универсальный, креативный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32704" y="3017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Разнообразие ответов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96912" y="1280160"/>
            <a:ext cx="1600200" cy="301752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96912" y="1280160"/>
            <a:ext cx="16002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Text 28"/>
          <p:cNvSpPr/>
          <p:nvPr/>
        </p:nvSpPr>
        <p:spPr>
          <a:xfrm>
            <a:off x="7296912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💎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296912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88352" y="2331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Мыслительный, мультимодальный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88352" y="30175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снимков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Vision API используется для анализа спутниковых снимков земельных участков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страниц, 1 приложение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0604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37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246888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0604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606040" y="2971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Засуха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754880" y="2971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Водный баланс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246888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03720" y="2971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Таймлайн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ИИ-анализ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06040" y="365760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0604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60604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ИИ-чат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75488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Оповещения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03720" y="3657600"/>
            <a:ext cx="1920240" cy="100584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0372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90372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МЕТОДОЛОГИЯ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вычисляются показатели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(прокси)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f(влажность, температура, осадки)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Нормализованный индекс вегетации, рассчитанный через корреляцию метеоданных. Диапазон 0.0-1.0.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засухи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Σ(5 факторов) / max * 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Балльная система: влажность почвы, осадки 7 дней, температурный стресс, ET₀, водный стресс.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Водный стресс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Осадки / ET₀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Отношение осадков к эвапотранспирации. &lt;1.0 = дефицит, &gt;1.0 = профицит.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урожая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0.4×WS + 0.3×T + 0.3×M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Композитный индекс: водный стресс (40%), температура (30%), влажность (30%).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ПОТЕНЦИАЛ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Развитие платформы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регионов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ИИ-анализ снимков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AI моделей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Голосовой ввод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651760" cy="320040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v3.0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NDVI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GPS-трекинг полей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Push-уведомления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PDF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v4.0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 приложение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Дрон-интеграция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культур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Blockchain-сертификаты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059669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960120"/>
            <a:ext cx="1371600" cy="13716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188720"/>
            <a:ext cx="914400" cy="9144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DalaSpace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Будущее агротеха Казахстана начинается здесь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3931920"/>
            <a:ext cx="36576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Попробовать демо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Разработчик: Мурат  |  AEROO SPACE AI 2026  |  Казахстан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DalaSpace — Pitch Deck</dc:title>
  <dc:subject>PptxGenJS Presentation</dc:subject>
  <dc:creator>Murat</dc:creator>
  <cp:lastModifiedBy>Murat</cp:lastModifiedBy>
  <cp:revision>1</cp:revision>
  <dcterms:created xsi:type="dcterms:W3CDTF">2026-02-28T07:57:29Z</dcterms:created>
  <dcterms:modified xsi:type="dcterms:W3CDTF">2026-02-28T07:57:29Z</dcterms:modified>
</cp:coreProperties>
</file>